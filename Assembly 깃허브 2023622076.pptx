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6" autoAdjust="0"/>
    <p:restoredTop sz="94660"/>
  </p:normalViewPr>
  <p:slideViewPr>
    <p:cSldViewPr snapToGrid="0">
      <p:cViewPr>
        <p:scale>
          <a:sx n="66" d="100"/>
          <a:sy n="66" d="100"/>
        </p:scale>
        <p:origin x="4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8211312" y="2788920"/>
            <a:ext cx="932688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2130552"/>
            <a:ext cx="84582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2496312" y="0"/>
            <a:ext cx="1709928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78892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624" y="3118104"/>
            <a:ext cx="7781544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8211312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1296" y="3044952"/>
            <a:ext cx="4690872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8211312" y="2788920"/>
            <a:ext cx="932688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2130552"/>
            <a:ext cx="84582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2496312" y="0"/>
            <a:ext cx="1709928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78892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3813048"/>
            <a:ext cx="77724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80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80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7200" y="1627632"/>
            <a:ext cx="4040188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86000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645025" y="1627632"/>
            <a:ext cx="4041775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86000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01384"/>
            <a:ext cx="9144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0"/>
            <a:ext cx="9144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0"/>
            <a:ext cx="2432304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1426464" y="0"/>
            <a:ext cx="1572768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6501384"/>
            <a:ext cx="9144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0" y="0"/>
            <a:ext cx="9144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 bwMode="gray">
          <a:xfrm>
            <a:off x="0" y="0"/>
            <a:ext cx="301752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0" y="0"/>
            <a:ext cx="2432304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1426464" y="0"/>
            <a:ext cx="1572768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 bwMode="gray">
          <a:xfrm>
            <a:off x="8842248" y="0"/>
            <a:ext cx="301752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48640"/>
            <a:ext cx="7699248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0952" y="1645920"/>
            <a:ext cx="2816352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645920"/>
            <a:ext cx="4800600" cy="44805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68" y="658368"/>
            <a:ext cx="54864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1792224" y="1618488"/>
            <a:ext cx="54864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24" y="5413248"/>
            <a:ext cx="54864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7693074" cy="45259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 rot="5400000">
            <a:off x="4572000" y="2350008"/>
            <a:ext cx="6519672" cy="1810512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6553200" y="6135624"/>
            <a:ext cx="987552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8606181" y="1379355"/>
            <a:ext cx="539496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8604504" y="0"/>
            <a:ext cx="539496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1152" y="274637"/>
            <a:ext cx="1673352" cy="585216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27648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92EC-8174-4020-A3B7-CC1E92DAEF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0" y="402336"/>
            <a:ext cx="86868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8165592" y="996696"/>
            <a:ext cx="978408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1783080" y="0"/>
            <a:ext cx="1947672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0" y="0"/>
            <a:ext cx="2432304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9496"/>
            <a:ext cx="82296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E70C3-0867-4119-BCBD-AB4955891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70448" y="6537960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2152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792EC-8174-4020-A3B7-CC1E92DAE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mkps7/ass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mkps7/ass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Assembly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깃허브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2023622076 </a:t>
            </a:r>
            <a:r>
              <a:rPr lang="ko-KR" altLang="en-US" dirty="0" smtClean="0"/>
              <a:t>정현수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26000" y="4178300"/>
            <a:ext cx="338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https://github.com/usmkps7/assem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53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0915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기간 준수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285" y="2710158"/>
            <a:ext cx="4418957" cy="30355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2" y="2710158"/>
            <a:ext cx="4194120" cy="289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9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0918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2689430"/>
            <a:ext cx="4246731" cy="22744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051" y="2689430"/>
            <a:ext cx="4540152" cy="22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0918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2689430"/>
            <a:ext cx="4246731" cy="22744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051" y="2689430"/>
            <a:ext cx="4540152" cy="22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0925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887" y="2529757"/>
            <a:ext cx="4435285" cy="30455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2" y="2529757"/>
            <a:ext cx="4456332" cy="282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5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1002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9757"/>
            <a:ext cx="3625017" cy="3339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026" y="2529757"/>
            <a:ext cx="4795274" cy="270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3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1016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기간 준수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2768599"/>
            <a:ext cx="3962571" cy="31623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721" y="2768598"/>
            <a:ext cx="4817118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5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1030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3" y="2703956"/>
            <a:ext cx="4042617" cy="275704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03956"/>
            <a:ext cx="4393173" cy="28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6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1030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ko-KR" altLang="en-US" dirty="0" smtClean="0"/>
              <a:t> 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3" y="2703956"/>
            <a:ext cx="4042617" cy="275704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03956"/>
            <a:ext cx="4393173" cy="28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3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1106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(Exercises)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89" y="2489199"/>
            <a:ext cx="3775201" cy="25273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688" y="2489199"/>
            <a:ext cx="4679023" cy="27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1113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en-US" altLang="ko-KR" dirty="0"/>
              <a:t> </a:t>
            </a:r>
            <a:r>
              <a:rPr lang="ko-KR" altLang="en-US" dirty="0" smtClean="0"/>
              <a:t>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2" y="2870201"/>
            <a:ext cx="3895059" cy="25377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942" y="2870201"/>
            <a:ext cx="4856996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3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1113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en-US" altLang="ko-KR" dirty="0"/>
              <a:t> </a:t>
            </a:r>
            <a:r>
              <a:rPr lang="ko-KR" altLang="en-US" dirty="0" smtClean="0"/>
              <a:t>업데이트</a:t>
            </a:r>
            <a:r>
              <a:rPr lang="en-US" altLang="ko-KR" dirty="0" smtClean="0"/>
              <a:t>, Exercises)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2" y="2870201"/>
            <a:ext cx="3895059" cy="25377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942" y="2870201"/>
            <a:ext cx="4856996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2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1120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기간초과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리드미</a:t>
            </a:r>
            <a:r>
              <a:rPr lang="en-US" altLang="ko-KR" dirty="0"/>
              <a:t> </a:t>
            </a:r>
            <a:r>
              <a:rPr lang="ko-KR" altLang="en-US" dirty="0" smtClean="0"/>
              <a:t>업데이트</a:t>
            </a:r>
            <a:r>
              <a:rPr lang="en-US" altLang="ko-KR" dirty="0" smtClean="0"/>
              <a:t>, Exercises, 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0" y="2827241"/>
            <a:ext cx="4057089" cy="273361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168" y="2827241"/>
            <a:ext cx="4649232" cy="312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8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1127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기간준수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2" y="2375348"/>
            <a:ext cx="3831658" cy="259104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858" y="2457756"/>
            <a:ext cx="4572000" cy="307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5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1204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기간준수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5" y="2311400"/>
            <a:ext cx="3763406" cy="24352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2311401"/>
            <a:ext cx="4893705" cy="185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8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Asm</a:t>
            </a:r>
            <a:r>
              <a:rPr lang="en-US" altLang="ko-KR" dirty="0" smtClean="0"/>
              <a:t> + C + Lib + DLL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5" y="1795617"/>
            <a:ext cx="6306579" cy="413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1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마무리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300" dirty="0" smtClean="0"/>
              <a:t>업로드 해야 하는 파일은 모두 있다고 판단</a:t>
            </a:r>
            <a:r>
              <a:rPr lang="en-US" altLang="ko-KR" sz="2300" dirty="0" smtClean="0"/>
              <a:t/>
            </a:r>
            <a:br>
              <a:rPr lang="en-US" altLang="ko-KR" sz="2300" dirty="0" smtClean="0"/>
            </a:br>
            <a:r>
              <a:rPr lang="ko-KR" altLang="en-US" sz="2300" dirty="0" smtClean="0"/>
              <a:t>하지만 </a:t>
            </a:r>
            <a:r>
              <a:rPr lang="en-US" altLang="ko-KR" sz="2300" dirty="0" smtClean="0"/>
              <a:t>Exercises</a:t>
            </a:r>
            <a:r>
              <a:rPr lang="ko-KR" altLang="en-US" sz="2300" dirty="0" smtClean="0"/>
              <a:t>와 </a:t>
            </a:r>
            <a:r>
              <a:rPr lang="ko-KR" altLang="en-US" sz="2300" dirty="0" err="1" smtClean="0"/>
              <a:t>리드미</a:t>
            </a:r>
            <a:r>
              <a:rPr lang="ko-KR" altLang="en-US" sz="2300" dirty="0" smtClean="0"/>
              <a:t> 추가 업데이트가 기간 초과 다수</a:t>
            </a:r>
            <a:endParaRPr lang="en-US" altLang="ko-KR" sz="2300" dirty="0" smtClean="0"/>
          </a:p>
          <a:p>
            <a:endParaRPr lang="en-US" altLang="ko-KR" sz="2300" dirty="0"/>
          </a:p>
          <a:p>
            <a:r>
              <a:rPr lang="en-US" altLang="ko-KR" sz="2300" dirty="0" smtClean="0"/>
              <a:t> 7/10 </a:t>
            </a:r>
            <a:r>
              <a:rPr lang="ko-KR" altLang="en-US" sz="2300" dirty="0" smtClean="0"/>
              <a:t>점</a:t>
            </a:r>
            <a:endParaRPr lang="en-US" altLang="ko-KR" sz="2300" dirty="0" smtClean="0"/>
          </a:p>
          <a:p>
            <a:endParaRPr lang="en-US" altLang="ko-KR" sz="2300" dirty="0"/>
          </a:p>
          <a:p>
            <a:r>
              <a:rPr lang="en-US" altLang="ko-KR" sz="2300" dirty="0">
                <a:hlinkClick r:id="rId2"/>
              </a:rPr>
              <a:t>https://github.com/usmkps7/assem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26241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Simple01">
  <a:themeElements>
    <a:clrScheme name="New_Simple01">
      <a:dk1>
        <a:sysClr val="windowText" lastClr="000000"/>
      </a:dk1>
      <a:lt1>
        <a:sysClr val="window" lastClr="FFFFFF"/>
      </a:lt1>
      <a:dk2>
        <a:srgbClr val="562B71"/>
      </a:dk2>
      <a:lt2>
        <a:srgbClr val="DFF0F7"/>
      </a:lt2>
      <a:accent1>
        <a:srgbClr val="6BA2DF"/>
      </a:accent1>
      <a:accent2>
        <a:srgbClr val="C0504D"/>
      </a:accent2>
      <a:accent3>
        <a:srgbClr val="9BBB59"/>
      </a:accent3>
      <a:accent4>
        <a:srgbClr val="8064A2"/>
      </a:accent4>
      <a:accent5>
        <a:srgbClr val="AA5E74"/>
      </a:accent5>
      <a:accent6>
        <a:srgbClr val="EF9031"/>
      </a:accent6>
      <a:hlink>
        <a:srgbClr val="FF0000"/>
      </a:hlink>
      <a:folHlink>
        <a:srgbClr val="92D05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TM10237555[[fn=심플 테마]]</Template>
  <TotalTime>41</TotalTime>
  <Words>111</Words>
  <Application>Microsoft Office PowerPoint</Application>
  <PresentationFormat>화면 슬라이드 쇼(4:3)</PresentationFormat>
  <Paragraphs>38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Tw Cen MT</vt:lpstr>
      <vt:lpstr>Wingdings 3</vt:lpstr>
      <vt:lpstr>New_Simple01</vt:lpstr>
      <vt:lpstr>Assembly 깃허브</vt:lpstr>
      <vt:lpstr>0915</vt:lpstr>
      <vt:lpstr>0918</vt:lpstr>
      <vt:lpstr>0918</vt:lpstr>
      <vt:lpstr>0925</vt:lpstr>
      <vt:lpstr>1002</vt:lpstr>
      <vt:lpstr>1016</vt:lpstr>
      <vt:lpstr>1030</vt:lpstr>
      <vt:lpstr>1030</vt:lpstr>
      <vt:lpstr>1106</vt:lpstr>
      <vt:lpstr>1113</vt:lpstr>
      <vt:lpstr>1113</vt:lpstr>
      <vt:lpstr>1120</vt:lpstr>
      <vt:lpstr>1127</vt:lpstr>
      <vt:lpstr>1204</vt:lpstr>
      <vt:lpstr>Asm + C + Lib + DLL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깃허브</dc:title>
  <dc:creator>hyunsu jung</dc:creator>
  <cp:lastModifiedBy>hyunsu jung</cp:lastModifiedBy>
  <cp:revision>10</cp:revision>
  <dcterms:created xsi:type="dcterms:W3CDTF">2025-12-10T15:03:51Z</dcterms:created>
  <dcterms:modified xsi:type="dcterms:W3CDTF">2025-12-10T15:58:33Z</dcterms:modified>
</cp:coreProperties>
</file>