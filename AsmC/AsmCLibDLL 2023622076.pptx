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5" r:id="rId4"/>
    <p:sldId id="257" r:id="rId5"/>
    <p:sldId id="267" r:id="rId6"/>
    <p:sldId id="268" r:id="rId7"/>
    <p:sldId id="262" r:id="rId8"/>
    <p:sldId id="258" r:id="rId9"/>
    <p:sldId id="260" r:id="rId10"/>
    <p:sldId id="259" r:id="rId11"/>
    <p:sldId id="261" r:id="rId12"/>
    <p:sldId id="263" r:id="rId13"/>
    <p:sldId id="269" r:id="rId14"/>
    <p:sldId id="270" r:id="rId15"/>
    <p:sldId id="271" r:id="rId16"/>
    <p:sldId id="281" r:id="rId17"/>
    <p:sldId id="282" r:id="rId18"/>
    <p:sldId id="272" r:id="rId19"/>
    <p:sldId id="273" r:id="rId20"/>
    <p:sldId id="274" r:id="rId21"/>
    <p:sldId id="275" r:id="rId22"/>
    <p:sldId id="276" r:id="rId23"/>
    <p:sldId id="277" r:id="rId24"/>
    <p:sldId id="279" r:id="rId25"/>
    <p:sldId id="280" r:id="rId26"/>
    <p:sldId id="278" r:id="rId27"/>
    <p:sldId id="287" r:id="rId28"/>
    <p:sldId id="283" r:id="rId29"/>
    <p:sldId id="288" r:id="rId30"/>
    <p:sldId id="284" r:id="rId31"/>
    <p:sldId id="285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6" autoAdjust="0"/>
    <p:restoredTop sz="94660"/>
  </p:normalViewPr>
  <p:slideViewPr>
    <p:cSldViewPr snapToGrid="0">
      <p:cViewPr>
        <p:scale>
          <a:sx n="75" d="100"/>
          <a:sy n="75" d="100"/>
        </p:scale>
        <p:origin x="224" y="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gray">
          <a:xfrm>
            <a:off x="8211312" y="2788920"/>
            <a:ext cx="932688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 bwMode="gray">
          <a:xfrm>
            <a:off x="0" y="2130552"/>
            <a:ext cx="84582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 bwMode="gray">
          <a:xfrm>
            <a:off x="2496312" y="0"/>
            <a:ext cx="1709928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 bwMode="gray">
          <a:xfrm>
            <a:off x="0" y="0"/>
            <a:ext cx="2788920" cy="23591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0624" y="3118104"/>
            <a:ext cx="7781544" cy="1470025"/>
          </a:xfr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359152"/>
            <a:ext cx="8211312" cy="6858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1296" y="3044952"/>
            <a:ext cx="4690872" cy="74066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 bwMode="gray">
          <a:xfrm>
            <a:off x="8211312" y="2788920"/>
            <a:ext cx="932688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 bwMode="gray">
          <a:xfrm>
            <a:off x="0" y="2130552"/>
            <a:ext cx="84582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 bwMode="gray">
          <a:xfrm>
            <a:off x="2496312" y="0"/>
            <a:ext cx="1709928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 bwMode="gray">
          <a:xfrm>
            <a:off x="0" y="0"/>
            <a:ext cx="2788920" cy="2670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3813048"/>
            <a:ext cx="7772400" cy="1143000"/>
          </a:xfr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802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802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57200" y="1627632"/>
            <a:ext cx="4040188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86000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4645025" y="1627632"/>
            <a:ext cx="4041775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286000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501384"/>
            <a:ext cx="9144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gray">
          <a:xfrm>
            <a:off x="0" y="0"/>
            <a:ext cx="9144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 bwMode="gray">
          <a:xfrm>
            <a:off x="0" y="0"/>
            <a:ext cx="2432304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 bwMode="gray">
          <a:xfrm>
            <a:off x="1426464" y="0"/>
            <a:ext cx="1572768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gray">
          <a:xfrm>
            <a:off x="0" y="6501384"/>
            <a:ext cx="9144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0" y="0"/>
            <a:ext cx="9144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 bwMode="gray">
          <a:xfrm>
            <a:off x="0" y="0"/>
            <a:ext cx="301752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0" y="0"/>
            <a:ext cx="2432304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 bwMode="gray">
          <a:xfrm>
            <a:off x="1426464" y="0"/>
            <a:ext cx="1572768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 bwMode="gray">
          <a:xfrm>
            <a:off x="8842248" y="0"/>
            <a:ext cx="301752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548640"/>
            <a:ext cx="7699248" cy="93268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32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0952" y="1645920"/>
            <a:ext cx="2816352" cy="4480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1645920"/>
            <a:ext cx="4800600" cy="44805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68" y="658368"/>
            <a:ext cx="5486400" cy="822960"/>
          </a:xfr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1792224" y="1618488"/>
            <a:ext cx="5486400" cy="3639312"/>
          </a:xfrm>
          <a:solidFill>
            <a:srgbClr val="F8F8F8"/>
          </a:solidFill>
          <a:ln w="76200" cmpd="sng"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3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24" y="5413248"/>
            <a:ext cx="5486400" cy="9875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7693074" cy="45259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gray">
          <a:xfrm rot="5400000">
            <a:off x="4572000" y="2350008"/>
            <a:ext cx="6519672" cy="1810512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 bwMode="gray">
          <a:xfrm>
            <a:off x="6553200" y="6135624"/>
            <a:ext cx="987552" cy="722376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 bwMode="gray">
          <a:xfrm>
            <a:off x="8606181" y="1379355"/>
            <a:ext cx="539496" cy="1463040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 bwMode="gray">
          <a:xfrm>
            <a:off x="8604504" y="0"/>
            <a:ext cx="539496" cy="18288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31152" y="274637"/>
            <a:ext cx="1673352" cy="585216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327648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gray">
          <a:xfrm>
            <a:off x="0" y="402336"/>
            <a:ext cx="8686800" cy="109728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 bwMode="gray">
          <a:xfrm>
            <a:off x="8165592" y="996696"/>
            <a:ext cx="978408" cy="896112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 bwMode="gray">
          <a:xfrm>
            <a:off x="1783080" y="0"/>
            <a:ext cx="1947672" cy="539496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 bwMode="gray">
          <a:xfrm>
            <a:off x="0" y="0"/>
            <a:ext cx="2432304" cy="53949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9496"/>
            <a:ext cx="82296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37960"/>
            <a:ext cx="2133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70448" y="6537960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02152" y="6537960"/>
            <a:ext cx="2133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792EC-8174-4020-A3B7-CC1E92DAEF8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1"/>
        </a:buClr>
        <a:buSzPct val="90000"/>
        <a:buFont typeface="Wingdings 3" pitchFamily="18" charset="2"/>
        <a:buChar char="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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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smkps7/assem/tree/main/AsmC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Asm</a:t>
            </a:r>
            <a:r>
              <a:rPr lang="en-US" altLang="ko-KR" dirty="0" smtClean="0"/>
              <a:t> + C + Lib + DLL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2023622076 </a:t>
            </a:r>
            <a:r>
              <a:rPr lang="ko-KR" altLang="en-US" dirty="0" smtClean="0"/>
              <a:t>정현수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169920" y="4040777"/>
            <a:ext cx="5111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2"/>
              </a:rPr>
              <a:t>https://github.com/usmkps7/assem/tree/main/AsmC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6035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err="1" smtClean="0"/>
              <a:t>어셈</a:t>
            </a:r>
            <a:r>
              <a:rPr lang="en-US" altLang="ko-KR" dirty="0" smtClean="0"/>
              <a:t>+C </a:t>
            </a:r>
            <a:r>
              <a:rPr lang="ko-KR" altLang="en-US" dirty="0" smtClean="0"/>
              <a:t>프로그램 만들기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어셈블리어와 </a:t>
            </a:r>
            <a:r>
              <a:rPr lang="en-US" altLang="ko-KR" sz="2400" dirty="0" smtClean="0"/>
              <a:t>C</a:t>
            </a:r>
            <a:r>
              <a:rPr lang="ko-KR" altLang="en-US" sz="2400" dirty="0" smtClean="0"/>
              <a:t>언어를 조합해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ko-KR" altLang="en-US" sz="2400" dirty="0" smtClean="0"/>
              <a:t>간단한 암호화</a:t>
            </a:r>
            <a:r>
              <a:rPr lang="en-US" altLang="ko-KR" sz="2400" dirty="0" smtClean="0"/>
              <a:t>, </a:t>
            </a:r>
            <a:r>
              <a:rPr lang="ko-KR" altLang="en-US" sz="2400" dirty="0" err="1" smtClean="0"/>
              <a:t>복호화</a:t>
            </a:r>
            <a:r>
              <a:rPr lang="ko-KR" altLang="en-US" sz="2400" dirty="0" smtClean="0"/>
              <a:t> 프로그램 설계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- </a:t>
            </a:r>
            <a:r>
              <a:rPr lang="ko-KR" altLang="en-US" sz="2400" dirty="0" smtClean="0"/>
              <a:t>문자를 아스키코드로 전환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범위 </a:t>
            </a:r>
            <a:r>
              <a:rPr lang="en-US" altLang="ko-KR" sz="2400" dirty="0" smtClean="0"/>
              <a:t>32~128)</a:t>
            </a:r>
            <a:br>
              <a:rPr lang="en-US" altLang="ko-KR" sz="2400" dirty="0" smtClean="0"/>
            </a:br>
            <a:r>
              <a:rPr lang="en-US" altLang="ko-KR" sz="2400" dirty="0" smtClean="0"/>
              <a:t>- </a:t>
            </a:r>
            <a:r>
              <a:rPr lang="ko-KR" altLang="en-US" sz="2400" dirty="0" smtClean="0"/>
              <a:t>문자열의 길이를 확인하고 홀수</a:t>
            </a:r>
            <a:r>
              <a:rPr lang="en-US" altLang="ko-KR" sz="2400" dirty="0" smtClean="0"/>
              <a:t>/</a:t>
            </a:r>
            <a:r>
              <a:rPr lang="ko-KR" altLang="en-US" sz="2400" dirty="0" smtClean="0"/>
              <a:t>짝수 번째를 판별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- </a:t>
            </a:r>
            <a:r>
              <a:rPr lang="ko-KR" altLang="en-US" sz="2400" dirty="0" smtClean="0"/>
              <a:t>홀수는 아스키코드값에 </a:t>
            </a:r>
            <a:r>
              <a:rPr lang="en-US" altLang="ko-KR" sz="2400" dirty="0" smtClean="0"/>
              <a:t>– 4</a:t>
            </a:r>
            <a:br>
              <a:rPr lang="en-US" altLang="ko-KR" sz="2400" dirty="0" smtClean="0"/>
            </a:br>
            <a:r>
              <a:rPr lang="en-US" altLang="ko-KR" sz="2400" dirty="0" smtClean="0"/>
              <a:t>- </a:t>
            </a:r>
            <a:r>
              <a:rPr lang="ko-KR" altLang="en-US" sz="2400" dirty="0" smtClean="0"/>
              <a:t>짝수는 아스키코드값에 </a:t>
            </a:r>
            <a:r>
              <a:rPr lang="en-US" altLang="ko-KR" sz="2400" dirty="0" smtClean="0"/>
              <a:t>+ 3</a:t>
            </a:r>
            <a:br>
              <a:rPr lang="en-US" altLang="ko-KR" sz="2400" dirty="0" smtClean="0"/>
            </a:br>
            <a:r>
              <a:rPr lang="en-US" altLang="ko-KR" sz="2400" dirty="0" smtClean="0"/>
              <a:t>- </a:t>
            </a:r>
            <a:r>
              <a:rPr lang="ko-KR" altLang="en-US" sz="2400" dirty="0" err="1" smtClean="0"/>
              <a:t>복호화는</a:t>
            </a:r>
            <a:r>
              <a:rPr lang="ko-KR" altLang="en-US" sz="2400" dirty="0" smtClean="0"/>
              <a:t> 이를 반대로 실행</a:t>
            </a:r>
            <a:endParaRPr lang="en-US" altLang="ko-KR" sz="2400" dirty="0" smtClean="0"/>
          </a:p>
          <a:p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 smtClean="0"/>
              <a:t>        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0 1 2 3 4 5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1341120" y="4580709"/>
            <a:ext cx="1793966" cy="87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1589314" y="5264332"/>
            <a:ext cx="1793966" cy="87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V="1">
            <a:off x="1589314" y="5094514"/>
            <a:ext cx="0" cy="1785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 flipV="1">
            <a:off x="2116183" y="5085806"/>
            <a:ext cx="0" cy="1785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V="1">
            <a:off x="2625635" y="5083629"/>
            <a:ext cx="0" cy="1785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 flipV="1">
            <a:off x="2368732" y="4589417"/>
            <a:ext cx="0" cy="1785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V="1">
            <a:off x="1876698" y="4589417"/>
            <a:ext cx="0" cy="1785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 flipV="1">
            <a:off x="1341121" y="4589417"/>
            <a:ext cx="0" cy="1785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50059" y="4462140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+ 3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414715" y="5071349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- 4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323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준비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Main.c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85" y="2244060"/>
            <a:ext cx="8093756" cy="417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9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준비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encrypt.asm</a:t>
            </a:r>
            <a:br>
              <a:rPr lang="en-US" altLang="ko-KR" dirty="0" smtClean="0"/>
            </a:br>
            <a:endParaRPr lang="en-US" altLang="ko-KR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07329"/>
            <a:ext cx="8278375" cy="452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3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준비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decrypt.asm</a:t>
            </a:r>
            <a:br>
              <a:rPr lang="en-US" altLang="ko-KR" dirty="0" smtClean="0"/>
            </a:b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26236"/>
            <a:ext cx="8155577" cy="450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351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준비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EncryptDecrypt.h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57" y="2223247"/>
            <a:ext cx="8121417" cy="444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37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준비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.</a:t>
            </a:r>
            <a:r>
              <a:rPr lang="en-US" altLang="ko-KR" dirty="0" err="1" smtClean="0"/>
              <a:t>asm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 속성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- </a:t>
            </a:r>
            <a:r>
              <a:rPr lang="ko-KR" altLang="en-US" sz="2400" dirty="0" smtClean="0"/>
              <a:t>파일 </a:t>
            </a:r>
            <a:r>
              <a:rPr lang="ko-KR" altLang="en-US" sz="2400" dirty="0" err="1" smtClean="0"/>
              <a:t>우클릭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속성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일반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- </a:t>
            </a:r>
            <a:r>
              <a:rPr lang="ko-KR" altLang="en-US" sz="2400" dirty="0" smtClean="0"/>
              <a:t>빌드에서 제외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아니요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- </a:t>
            </a:r>
            <a:r>
              <a:rPr lang="ko-KR" altLang="en-US" sz="2400" dirty="0" smtClean="0"/>
              <a:t>항목 형식 </a:t>
            </a:r>
            <a:r>
              <a:rPr lang="en-US" altLang="ko-KR" sz="2400" dirty="0" smtClean="0"/>
              <a:t>– MS Assembler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871" y="1718151"/>
            <a:ext cx="4133637" cy="281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90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비쥬얼</a:t>
            </a:r>
            <a:r>
              <a:rPr lang="ko-KR" altLang="en-US" dirty="0" smtClean="0"/>
              <a:t> 스튜디오 세팅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Win32 </a:t>
            </a:r>
            <a:r>
              <a:rPr lang="ko-KR" altLang="en-US" dirty="0"/>
              <a:t>플랫폼 선택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- </a:t>
            </a:r>
            <a:r>
              <a:rPr lang="ko-KR" altLang="en-US" sz="2400" dirty="0" err="1" smtClean="0"/>
              <a:t>화면상단</a:t>
            </a:r>
            <a:r>
              <a:rPr lang="ko-KR" altLang="en-US" sz="2400" dirty="0" smtClean="0"/>
              <a:t> </a:t>
            </a:r>
            <a:r>
              <a:rPr lang="en-US" altLang="ko-KR" sz="2400" dirty="0"/>
              <a:t>Debug | </a:t>
            </a:r>
            <a:r>
              <a:rPr lang="en-US" altLang="ko-KR" sz="2400" dirty="0" smtClean="0"/>
              <a:t>Win32 </a:t>
            </a:r>
            <a:r>
              <a:rPr lang="ko-KR" altLang="en-US" sz="2400" dirty="0" smtClean="0"/>
              <a:t>선택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- x64 </a:t>
            </a:r>
            <a:r>
              <a:rPr lang="ko-KR" altLang="en-US" sz="2400" dirty="0" smtClean="0"/>
              <a:t>플랫폼에선 </a:t>
            </a:r>
            <a:r>
              <a:rPr lang="en-US" altLang="ko-KR" sz="2400" dirty="0" smtClean="0"/>
              <a:t>Irvnie32 </a:t>
            </a:r>
            <a:r>
              <a:rPr lang="ko-KR" altLang="en-US" sz="2400" dirty="0" smtClean="0"/>
              <a:t>사용 불가능</a:t>
            </a:r>
            <a:endParaRPr lang="en-US" altLang="ko-KR" sz="2400" dirty="0" smtClean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570" y="3565656"/>
            <a:ext cx="4801270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116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비쥬얼</a:t>
            </a:r>
            <a:r>
              <a:rPr lang="ko-KR" altLang="en-US" dirty="0" smtClean="0"/>
              <a:t> 스튜디오 세팅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사용자 지정 빌드 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1. </a:t>
            </a:r>
            <a:r>
              <a:rPr lang="ko-KR" altLang="en-US" sz="2400" dirty="0" smtClean="0"/>
              <a:t>프로젝트 </a:t>
            </a:r>
            <a:r>
              <a:rPr lang="ko-KR" altLang="en-US" sz="2400" dirty="0" err="1" smtClean="0"/>
              <a:t>우클릭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2. </a:t>
            </a:r>
            <a:r>
              <a:rPr lang="ko-KR" altLang="en-US" sz="2400" dirty="0" smtClean="0"/>
              <a:t>사용자 지정 빌드 </a:t>
            </a:r>
            <a:r>
              <a:rPr lang="ko-KR" altLang="en-US" sz="2400" dirty="0" err="1" smtClean="0"/>
              <a:t>우클릭</a:t>
            </a:r>
            <a:endParaRPr lang="en-US" altLang="ko-KR" sz="2400" dirty="0" smtClean="0"/>
          </a:p>
          <a:p>
            <a:r>
              <a:rPr lang="en-US" altLang="ko-KR" sz="2400" dirty="0" smtClean="0"/>
              <a:t>3. </a:t>
            </a:r>
            <a:r>
              <a:rPr lang="en-US" altLang="ko-KR" sz="2400" dirty="0" err="1" smtClean="0"/>
              <a:t>masm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체크</a:t>
            </a:r>
            <a:endParaRPr lang="en-US" altLang="ko-KR" sz="2400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986" y="5013643"/>
            <a:ext cx="5382094" cy="165027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69" y="3514838"/>
            <a:ext cx="6446346" cy="13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77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비쥬얼</a:t>
            </a:r>
            <a:r>
              <a:rPr lang="ko-KR" altLang="en-US" dirty="0" smtClean="0"/>
              <a:t> 스튜디오 세팅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속성 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1. </a:t>
            </a:r>
            <a:r>
              <a:rPr lang="ko-KR" altLang="en-US" sz="2400" dirty="0" smtClean="0"/>
              <a:t>프로젝트 </a:t>
            </a:r>
            <a:r>
              <a:rPr lang="ko-KR" altLang="en-US" sz="2400" dirty="0" err="1" smtClean="0"/>
              <a:t>우클릭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2. </a:t>
            </a:r>
            <a:r>
              <a:rPr lang="ko-KR" altLang="en-US" sz="2400" dirty="0" smtClean="0"/>
              <a:t>속성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3. C/C++ - </a:t>
            </a:r>
            <a:r>
              <a:rPr lang="ko-KR" altLang="en-US" sz="2400" dirty="0" smtClean="0"/>
              <a:t>일반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4. </a:t>
            </a:r>
            <a:r>
              <a:rPr lang="ko-KR" altLang="en-US" sz="2400" dirty="0" smtClean="0"/>
              <a:t>추가 포함 디렉터리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5. Irvine32 </a:t>
            </a:r>
            <a:r>
              <a:rPr lang="ko-KR" altLang="en-US" sz="2400" dirty="0" smtClean="0"/>
              <a:t>폴더 경로 지정</a:t>
            </a:r>
            <a:endParaRPr lang="en-US" altLang="ko-KR" sz="2400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081" y="2224262"/>
            <a:ext cx="4588829" cy="314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비쥬얼</a:t>
            </a:r>
            <a:r>
              <a:rPr lang="ko-KR" altLang="en-US" dirty="0" smtClean="0"/>
              <a:t> 스튜디오 세팅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속성 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1. </a:t>
            </a:r>
            <a:r>
              <a:rPr lang="ko-KR" altLang="en-US" sz="2400" dirty="0" smtClean="0"/>
              <a:t>프로젝트 </a:t>
            </a:r>
            <a:r>
              <a:rPr lang="ko-KR" altLang="en-US" sz="2400" dirty="0" err="1" smtClean="0"/>
              <a:t>우클릭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2. </a:t>
            </a:r>
            <a:r>
              <a:rPr lang="ko-KR" altLang="en-US" sz="2400" dirty="0" smtClean="0"/>
              <a:t>속성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3. MS Assembler - </a:t>
            </a:r>
            <a:r>
              <a:rPr lang="ko-KR" altLang="en-US" sz="2400" dirty="0" smtClean="0"/>
              <a:t>일반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4. Include Paths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5. Irvine32 </a:t>
            </a:r>
            <a:r>
              <a:rPr lang="ko-KR" altLang="en-US" sz="2400" dirty="0" smtClean="0"/>
              <a:t>폴더 경로 지정</a:t>
            </a:r>
            <a:endParaRPr lang="en-US" altLang="ko-KR" sz="2400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132" y="2294050"/>
            <a:ext cx="4694265" cy="321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25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빌드</a:t>
            </a:r>
            <a:r>
              <a:rPr lang="en-US" altLang="ko-KR" dirty="0" smtClean="0"/>
              <a:t>&amp;</a:t>
            </a:r>
            <a:r>
              <a:rPr lang="ko-KR" altLang="en-US" dirty="0" smtClean="0"/>
              <a:t>디버그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실행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1. </a:t>
            </a:r>
            <a:r>
              <a:rPr lang="ko-KR" altLang="en-US" sz="2400" dirty="0" smtClean="0"/>
              <a:t>상단 메뉴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2. </a:t>
            </a:r>
            <a:r>
              <a:rPr lang="ko-KR" altLang="en-US" sz="2400" dirty="0" smtClean="0"/>
              <a:t>빌드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솔루션 빌드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3. </a:t>
            </a:r>
            <a:r>
              <a:rPr lang="ko-KR" altLang="en-US" sz="2400" dirty="0" smtClean="0"/>
              <a:t>디버그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디버깅 시작</a:t>
            </a:r>
            <a:endParaRPr lang="en-US" altLang="ko-KR" sz="2400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800" y="1933302"/>
            <a:ext cx="4584390" cy="317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34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Lib</a:t>
            </a:r>
            <a:r>
              <a:rPr lang="ko-KR" altLang="en-US" dirty="0" smtClean="0"/>
              <a:t> 만들기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상단메뉴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파일</a:t>
            </a:r>
            <a:r>
              <a:rPr lang="en-US" altLang="ko-KR" sz="2400" dirty="0" smtClean="0"/>
              <a:t>(F) – </a:t>
            </a:r>
            <a:r>
              <a:rPr lang="ko-KR" altLang="en-US" sz="2400" dirty="0" smtClean="0"/>
              <a:t>새로 만들기</a:t>
            </a:r>
            <a:endParaRPr lang="en-US" altLang="ko-KR" sz="2400" dirty="0" smtClean="0"/>
          </a:p>
          <a:p>
            <a:r>
              <a:rPr lang="ko-KR" altLang="en-US" sz="2400" dirty="0" smtClean="0"/>
              <a:t>프로젝트</a:t>
            </a:r>
            <a:r>
              <a:rPr lang="en-US" altLang="ko-KR" sz="2400" dirty="0" smtClean="0"/>
              <a:t>/</a:t>
            </a:r>
            <a:r>
              <a:rPr lang="ko-KR" altLang="en-US" sz="2400" dirty="0" smtClean="0"/>
              <a:t>솔루션</a:t>
            </a:r>
            <a:r>
              <a:rPr lang="en-US" altLang="ko-KR" sz="2400" dirty="0" smtClean="0"/>
              <a:t>(P)</a:t>
            </a:r>
          </a:p>
          <a:p>
            <a:r>
              <a:rPr lang="ko-KR" altLang="en-US" sz="2400" dirty="0" smtClean="0"/>
              <a:t>정적 라이브러리 선택</a:t>
            </a:r>
            <a:endParaRPr lang="en-US" altLang="ko-KR" sz="2400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909" y="3000714"/>
            <a:ext cx="5074360" cy="322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76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준비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새 프로젝트를 만들고 기존 소스 </a:t>
            </a:r>
            <a:r>
              <a:rPr lang="ko-KR" altLang="en-US" sz="2400" dirty="0" err="1"/>
              <a:t>파일중</a:t>
            </a:r>
            <a:r>
              <a:rPr lang="ko-KR" altLang="en-US" sz="2400" dirty="0"/>
              <a:t> </a:t>
            </a:r>
            <a:r>
              <a:rPr lang="en-US" altLang="ko-KR" sz="2400" dirty="0"/>
              <a:t>.</a:t>
            </a:r>
            <a:r>
              <a:rPr lang="en-US" altLang="ko-KR" sz="2400" dirty="0" err="1"/>
              <a:t>asm</a:t>
            </a:r>
            <a:r>
              <a:rPr lang="en-US" altLang="ko-KR" sz="2400" dirty="0"/>
              <a:t> </a:t>
            </a:r>
            <a:r>
              <a:rPr lang="ko-KR" altLang="en-US" sz="2400" dirty="0"/>
              <a:t>파일만 복사 </a:t>
            </a:r>
            <a:endParaRPr lang="en-US" altLang="ko-KR" dirty="0" smtClean="0"/>
          </a:p>
          <a:p>
            <a:r>
              <a:rPr lang="en-US" altLang="ko-KR" dirty="0" smtClean="0"/>
              <a:t>.</a:t>
            </a:r>
            <a:r>
              <a:rPr lang="en-US" altLang="ko-KR" sz="2800" dirty="0" err="1" smtClean="0"/>
              <a:t>asm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파일 속성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- </a:t>
            </a:r>
            <a:r>
              <a:rPr lang="ko-KR" altLang="en-US" sz="2400" dirty="0" smtClean="0"/>
              <a:t>파일 </a:t>
            </a:r>
            <a:r>
              <a:rPr lang="ko-KR" altLang="en-US" sz="2400" dirty="0" err="1" smtClean="0"/>
              <a:t>우클릭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속성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일반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- </a:t>
            </a:r>
            <a:r>
              <a:rPr lang="ko-KR" altLang="en-US" sz="2400" dirty="0" smtClean="0"/>
              <a:t>빌드에서 제외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아니요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- </a:t>
            </a:r>
            <a:r>
              <a:rPr lang="ko-KR" altLang="en-US" sz="2400" dirty="0" smtClean="0"/>
              <a:t>항목 형식 </a:t>
            </a:r>
            <a:r>
              <a:rPr lang="en-US" altLang="ko-KR" sz="2400" dirty="0" smtClean="0"/>
              <a:t>– MS Assembler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287" y="3041854"/>
            <a:ext cx="4133637" cy="281901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63181"/>
            <a:ext cx="3970161" cy="258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5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비쥬얼</a:t>
            </a:r>
            <a:r>
              <a:rPr lang="ko-KR" altLang="en-US" dirty="0" smtClean="0"/>
              <a:t> 스튜디오 세팅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프로젝트 속성 </a:t>
            </a:r>
            <a:r>
              <a:rPr lang="ko-KR" altLang="en-US" dirty="0"/>
              <a:t>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1. </a:t>
            </a:r>
            <a:r>
              <a:rPr lang="ko-KR" altLang="en-US" sz="2400" dirty="0" smtClean="0"/>
              <a:t>프로젝트 </a:t>
            </a:r>
            <a:r>
              <a:rPr lang="ko-KR" altLang="en-US" sz="2400" dirty="0" err="1" smtClean="0"/>
              <a:t>우클릭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2. </a:t>
            </a:r>
            <a:r>
              <a:rPr lang="ko-KR" altLang="en-US" sz="2400" dirty="0" smtClean="0"/>
              <a:t>속성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3. VC++ </a:t>
            </a:r>
            <a:r>
              <a:rPr lang="ko-KR" altLang="en-US" sz="2400" dirty="0" smtClean="0"/>
              <a:t>디렉터리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4. </a:t>
            </a:r>
            <a:r>
              <a:rPr lang="ko-KR" altLang="en-US" sz="2400" dirty="0" smtClean="0"/>
              <a:t>공용 포함 디렉터리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5. </a:t>
            </a:r>
            <a:r>
              <a:rPr lang="ko-KR" altLang="en-US" sz="2400" dirty="0" smtClean="0"/>
              <a:t>라이브러리 디렉터리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6. Irvine32 </a:t>
            </a:r>
            <a:r>
              <a:rPr lang="ko-KR" altLang="en-US" sz="2400" dirty="0" smtClean="0"/>
              <a:t>폴더 경로 지정</a:t>
            </a:r>
            <a:endParaRPr lang="en-US" altLang="ko-KR" sz="2400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531" y="2342605"/>
            <a:ext cx="4800469" cy="32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9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비쥬얼</a:t>
            </a:r>
            <a:r>
              <a:rPr lang="ko-KR" altLang="en-US" dirty="0" smtClean="0"/>
              <a:t> 스튜디오 세팅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18130"/>
            <a:ext cx="8229600" cy="4525963"/>
          </a:xfrm>
        </p:spPr>
        <p:txBody>
          <a:bodyPr/>
          <a:lstStyle/>
          <a:p>
            <a:r>
              <a:rPr lang="ko-KR" altLang="en-US" dirty="0"/>
              <a:t>프로젝트 속성 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1. </a:t>
            </a:r>
            <a:r>
              <a:rPr lang="ko-KR" altLang="en-US" sz="2400" dirty="0" smtClean="0"/>
              <a:t>프로젝트 </a:t>
            </a:r>
            <a:r>
              <a:rPr lang="ko-KR" altLang="en-US" sz="2400" dirty="0" err="1" smtClean="0"/>
              <a:t>우클릭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2. </a:t>
            </a:r>
            <a:r>
              <a:rPr lang="ko-KR" altLang="en-US" sz="2400" dirty="0" smtClean="0"/>
              <a:t>속성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3. </a:t>
            </a:r>
            <a:r>
              <a:rPr lang="ko-KR" altLang="en-US" sz="2400" dirty="0" err="1" smtClean="0"/>
              <a:t>링커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- </a:t>
            </a:r>
            <a:r>
              <a:rPr lang="ko-KR" altLang="en-US" sz="2400" dirty="0" smtClean="0"/>
              <a:t>일반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4. </a:t>
            </a:r>
            <a:r>
              <a:rPr lang="ko-KR" altLang="en-US" sz="1800" dirty="0" smtClean="0"/>
              <a:t>추가 라이브러리 디렉터리</a:t>
            </a:r>
            <a:r>
              <a:rPr lang="en-US" altLang="ko-KR" sz="1800" dirty="0" smtClean="0"/>
              <a:t>-</a:t>
            </a:r>
            <a:r>
              <a:rPr lang="ko-KR" altLang="en-US" sz="1800" dirty="0" smtClean="0"/>
              <a:t>편집</a:t>
            </a: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1800" dirty="0" smtClean="0"/>
              <a:t>   - Irvine 32 </a:t>
            </a:r>
            <a:r>
              <a:rPr lang="ko-KR" altLang="en-US" sz="1800" dirty="0" smtClean="0"/>
              <a:t>경로</a:t>
            </a:r>
            <a:r>
              <a:rPr lang="en-US" altLang="ko-KR" sz="1800" dirty="0"/>
              <a:t/>
            </a:r>
            <a:br>
              <a:rPr lang="en-US" altLang="ko-KR" sz="1800" dirty="0"/>
            </a:b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endParaRPr lang="en-US" altLang="ko-KR" sz="2400" dirty="0" smtClean="0"/>
          </a:p>
          <a:p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endParaRPr lang="en-US" altLang="ko-KR" sz="2400" dirty="0" smtClean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022" y="3618650"/>
            <a:ext cx="4567646" cy="294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74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비쥬얼</a:t>
            </a:r>
            <a:r>
              <a:rPr lang="ko-KR" altLang="en-US" dirty="0" smtClean="0"/>
              <a:t> 스튜디오 세팅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18130"/>
            <a:ext cx="8229600" cy="5239870"/>
          </a:xfrm>
        </p:spPr>
        <p:txBody>
          <a:bodyPr>
            <a:normAutofit/>
          </a:bodyPr>
          <a:lstStyle/>
          <a:p>
            <a:r>
              <a:rPr lang="ko-KR" altLang="en-US" dirty="0"/>
              <a:t>프로젝트 속성 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1. </a:t>
            </a:r>
            <a:r>
              <a:rPr lang="ko-KR" altLang="en-US" sz="2400" dirty="0" smtClean="0"/>
              <a:t>프로젝트 </a:t>
            </a:r>
            <a:r>
              <a:rPr lang="ko-KR" altLang="en-US" sz="2400" dirty="0" err="1" smtClean="0"/>
              <a:t>우클릭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2. </a:t>
            </a:r>
            <a:r>
              <a:rPr lang="ko-KR" altLang="en-US" sz="2400" dirty="0" smtClean="0"/>
              <a:t>속성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3. </a:t>
            </a:r>
            <a:r>
              <a:rPr lang="ko-KR" altLang="en-US" sz="2400" dirty="0" err="1" smtClean="0"/>
              <a:t>링커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4. </a:t>
            </a:r>
            <a:r>
              <a:rPr lang="ko-KR" altLang="en-US" sz="2400" dirty="0" smtClean="0"/>
              <a:t>입력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5. </a:t>
            </a:r>
            <a:r>
              <a:rPr lang="ko-KR" altLang="en-US" sz="1800" dirty="0" smtClean="0"/>
              <a:t>기본 라이브러리 무시 </a:t>
            </a:r>
            <a:r>
              <a:rPr lang="en-US" altLang="ko-KR" sz="1800" dirty="0" smtClean="0"/>
              <a:t>- </a:t>
            </a:r>
            <a:r>
              <a:rPr lang="ko-KR" altLang="en-US" sz="1800" dirty="0" smtClean="0"/>
              <a:t>아니요</a:t>
            </a:r>
            <a:r>
              <a:rPr lang="en-US" altLang="ko-KR" sz="1800" dirty="0"/>
              <a:t/>
            </a:r>
            <a:br>
              <a:rPr lang="en-US" altLang="ko-KR" sz="1800" dirty="0"/>
            </a:b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2400" dirty="0" smtClean="0"/>
              <a:t>6. </a:t>
            </a:r>
            <a:r>
              <a:rPr lang="ko-KR" altLang="en-US" sz="2400" dirty="0" smtClean="0"/>
              <a:t>추가 종속성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편집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    Irvine32.lib;kernel32.lib;</a:t>
            </a:r>
            <a:br>
              <a:rPr lang="en-US" altLang="ko-KR" sz="2400" dirty="0" smtClean="0"/>
            </a:br>
            <a:r>
              <a:rPr lang="en-US" altLang="ko-KR" sz="2400" dirty="0" smtClean="0"/>
              <a:t>    user32.lib</a:t>
            </a:r>
            <a:r>
              <a:rPr lang="en-US" altLang="ko-KR" sz="2400" dirty="0"/>
              <a:t>;%(</a:t>
            </a:r>
            <a:r>
              <a:rPr lang="en-US" altLang="ko-KR" sz="2400" dirty="0" err="1"/>
              <a:t>AdditionalDependencies</a:t>
            </a:r>
            <a:r>
              <a:rPr lang="en-US" altLang="ko-KR" sz="2400" dirty="0"/>
              <a:t>)</a:t>
            </a: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endParaRPr lang="en-US" altLang="ko-KR" sz="2400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355" y="2207621"/>
            <a:ext cx="4551701" cy="311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4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비쥬얼</a:t>
            </a:r>
            <a:r>
              <a:rPr lang="ko-KR" altLang="en-US" dirty="0" smtClean="0"/>
              <a:t> 스튜디오 세팅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속성 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1. </a:t>
            </a:r>
            <a:r>
              <a:rPr lang="ko-KR" altLang="en-US" sz="2400" dirty="0" smtClean="0"/>
              <a:t>프로젝트 </a:t>
            </a:r>
            <a:r>
              <a:rPr lang="ko-KR" altLang="en-US" sz="2400" dirty="0" err="1" smtClean="0"/>
              <a:t>우클릭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2. </a:t>
            </a:r>
            <a:r>
              <a:rPr lang="ko-KR" altLang="en-US" sz="2400" dirty="0" smtClean="0"/>
              <a:t>속성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3. MS Assembler - </a:t>
            </a:r>
            <a:r>
              <a:rPr lang="ko-KR" altLang="en-US" sz="2400" dirty="0" smtClean="0"/>
              <a:t>일반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4. Include Paths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5. Irvine32 </a:t>
            </a:r>
            <a:r>
              <a:rPr lang="ko-KR" altLang="en-US" sz="2400" dirty="0" smtClean="0"/>
              <a:t>폴더 경로 지정</a:t>
            </a:r>
            <a:endParaRPr lang="en-US" altLang="ko-KR" sz="2400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132" y="2294050"/>
            <a:ext cx="4694265" cy="321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59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Lib </a:t>
            </a:r>
            <a:r>
              <a:rPr lang="ko-KR" altLang="en-US" dirty="0" smtClean="0"/>
              <a:t>빌드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실행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1. </a:t>
            </a:r>
            <a:r>
              <a:rPr lang="ko-KR" altLang="en-US" sz="2400" dirty="0" smtClean="0"/>
              <a:t>상단 메뉴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2. </a:t>
            </a:r>
            <a:r>
              <a:rPr lang="ko-KR" altLang="en-US" sz="2400" dirty="0" smtClean="0"/>
              <a:t>빌드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솔루션 빌드</a:t>
            </a:r>
            <a:endParaRPr lang="en-US" altLang="ko-KR" sz="2400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17" y="3769267"/>
            <a:ext cx="7604173" cy="178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418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DLL</a:t>
            </a:r>
            <a:r>
              <a:rPr lang="ko-KR" altLang="en-US" dirty="0" smtClean="0"/>
              <a:t> 만들기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상단메뉴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파일</a:t>
            </a:r>
            <a:r>
              <a:rPr lang="en-US" altLang="ko-KR" sz="2400" dirty="0" smtClean="0"/>
              <a:t>(F) – </a:t>
            </a:r>
            <a:r>
              <a:rPr lang="ko-KR" altLang="en-US" sz="2400" dirty="0" smtClean="0"/>
              <a:t>새로 만들기</a:t>
            </a:r>
            <a:endParaRPr lang="en-US" altLang="ko-KR" sz="2400" dirty="0" smtClean="0"/>
          </a:p>
          <a:p>
            <a:r>
              <a:rPr lang="ko-KR" altLang="en-US" sz="2400" dirty="0" smtClean="0"/>
              <a:t>프로젝트</a:t>
            </a:r>
            <a:r>
              <a:rPr lang="en-US" altLang="ko-KR" sz="2400" dirty="0" smtClean="0"/>
              <a:t>/</a:t>
            </a:r>
            <a:r>
              <a:rPr lang="ko-KR" altLang="en-US" sz="2400" dirty="0" smtClean="0"/>
              <a:t>솔루션</a:t>
            </a:r>
            <a:r>
              <a:rPr lang="en-US" altLang="ko-KR" sz="2400" dirty="0" smtClean="0"/>
              <a:t>(P)</a:t>
            </a:r>
          </a:p>
          <a:p>
            <a:r>
              <a:rPr lang="en-US" altLang="ko-KR" sz="2400" dirty="0" smtClean="0"/>
              <a:t>DLL </a:t>
            </a:r>
            <a:r>
              <a:rPr lang="ko-KR" altLang="en-US" sz="2400" dirty="0" smtClean="0"/>
              <a:t>선택</a:t>
            </a:r>
            <a:endParaRPr lang="en-US" altLang="ko-KR" sz="2400" dirty="0" smtClean="0"/>
          </a:p>
          <a:p>
            <a:r>
              <a:rPr lang="ko-KR" altLang="en-US" sz="2400" dirty="0" smtClean="0"/>
              <a:t>필요 없는 기본 </a:t>
            </a:r>
            <a:r>
              <a:rPr lang="en-US" altLang="ko-KR" sz="2400" dirty="0" err="1" smtClean="0"/>
              <a:t>Cpp</a:t>
            </a:r>
            <a:r>
              <a:rPr lang="ko-KR" altLang="en-US" sz="2400" dirty="0" smtClean="0"/>
              <a:t>파일 제거</a:t>
            </a:r>
            <a:endParaRPr lang="en-US" altLang="ko-KR" sz="2400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977" y="3375618"/>
            <a:ext cx="5192870" cy="333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2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준비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 smtClean="0"/>
              <a:t>기존 </a:t>
            </a:r>
            <a:r>
              <a:rPr lang="ko-KR" altLang="en-US" sz="2400" dirty="0"/>
              <a:t>소스 </a:t>
            </a:r>
            <a:r>
              <a:rPr lang="ko-KR" altLang="en-US" sz="2400" dirty="0" err="1"/>
              <a:t>파일중</a:t>
            </a:r>
            <a:r>
              <a:rPr lang="ko-KR" altLang="en-US" sz="2400" dirty="0"/>
              <a:t> </a:t>
            </a:r>
            <a:r>
              <a:rPr lang="en-US" altLang="ko-KR" sz="2400" dirty="0"/>
              <a:t>.</a:t>
            </a:r>
            <a:r>
              <a:rPr lang="en-US" altLang="ko-KR" sz="2400" dirty="0" err="1"/>
              <a:t>asm</a:t>
            </a:r>
            <a:r>
              <a:rPr lang="en-US" altLang="ko-KR" sz="2400" dirty="0"/>
              <a:t> </a:t>
            </a:r>
            <a:r>
              <a:rPr lang="ko-KR" altLang="en-US" sz="2400" dirty="0"/>
              <a:t>파일만 </a:t>
            </a:r>
            <a:r>
              <a:rPr lang="ko-KR" altLang="en-US" sz="2400" dirty="0" smtClean="0"/>
              <a:t>복사</a:t>
            </a:r>
            <a:endParaRPr lang="en-US" altLang="ko-KR" sz="2400" dirty="0" smtClean="0"/>
          </a:p>
          <a:p>
            <a:r>
              <a:rPr lang="ko-KR" altLang="en-US" sz="2400" dirty="0" smtClean="0"/>
              <a:t> </a:t>
            </a:r>
            <a:r>
              <a:rPr lang="en-US" altLang="ko-KR" sz="2400" dirty="0" smtClean="0"/>
              <a:t>DllMain.asm </a:t>
            </a:r>
            <a:r>
              <a:rPr lang="ko-KR" altLang="en-US" sz="2400" dirty="0" smtClean="0"/>
              <a:t>파일 제작</a:t>
            </a:r>
            <a:endParaRPr lang="en-US" altLang="ko-KR" dirty="0" smtClean="0"/>
          </a:p>
          <a:p>
            <a:r>
              <a:rPr lang="en-US" altLang="ko-KR" dirty="0" smtClean="0"/>
              <a:t>.</a:t>
            </a:r>
            <a:r>
              <a:rPr lang="en-US" altLang="ko-KR" sz="2800" dirty="0" err="1" smtClean="0"/>
              <a:t>asm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파일 속성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- </a:t>
            </a:r>
            <a:r>
              <a:rPr lang="ko-KR" altLang="en-US" sz="2400" dirty="0" smtClean="0"/>
              <a:t>파일 </a:t>
            </a:r>
            <a:r>
              <a:rPr lang="ko-KR" altLang="en-US" sz="2400" dirty="0" err="1" smtClean="0"/>
              <a:t>우클릭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속성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일반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- </a:t>
            </a:r>
            <a:r>
              <a:rPr lang="ko-KR" altLang="en-US" sz="2400" dirty="0" smtClean="0"/>
              <a:t>빌드에서 제외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아니요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- </a:t>
            </a:r>
            <a:r>
              <a:rPr lang="ko-KR" altLang="en-US" sz="2400" dirty="0" smtClean="0"/>
              <a:t>항목 형식 </a:t>
            </a:r>
            <a:r>
              <a:rPr lang="en-US" altLang="ko-KR" sz="2400" dirty="0" smtClean="0"/>
              <a:t>– MS Assembler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287" y="3041854"/>
            <a:ext cx="4133637" cy="281901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08" y="4193051"/>
            <a:ext cx="3159935" cy="253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3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준비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DllMain.asm</a:t>
            </a:r>
            <a:br>
              <a:rPr lang="en-US" altLang="ko-KR" dirty="0" smtClean="0"/>
            </a:b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34" y="2270800"/>
            <a:ext cx="7760937" cy="437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0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비쥬얼</a:t>
            </a:r>
            <a:r>
              <a:rPr lang="ko-KR" altLang="en-US" dirty="0" smtClean="0"/>
              <a:t> 스튜디오 세팅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속성 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1. </a:t>
            </a:r>
            <a:r>
              <a:rPr lang="ko-KR" altLang="en-US" sz="2400" dirty="0" smtClean="0"/>
              <a:t>프로젝트 </a:t>
            </a:r>
            <a:r>
              <a:rPr lang="ko-KR" altLang="en-US" sz="2400" dirty="0" err="1" smtClean="0"/>
              <a:t>우클릭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2. </a:t>
            </a:r>
            <a:r>
              <a:rPr lang="ko-KR" altLang="en-US" sz="2400" dirty="0" smtClean="0"/>
              <a:t>속성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3. VC++ </a:t>
            </a:r>
            <a:r>
              <a:rPr lang="ko-KR" altLang="en-US" sz="2400" dirty="0" smtClean="0"/>
              <a:t>디렉터리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4. </a:t>
            </a:r>
            <a:r>
              <a:rPr lang="ko-KR" altLang="en-US" sz="2400" dirty="0" smtClean="0"/>
              <a:t>공용 포함 디렉터리</a:t>
            </a:r>
            <a:r>
              <a:rPr lang="en-US" altLang="ko-KR" sz="2400" dirty="0" smtClean="0"/>
              <a:t>-</a:t>
            </a:r>
            <a:r>
              <a:rPr lang="ko-KR" altLang="en-US" sz="2400" dirty="0" smtClean="0"/>
              <a:t>편집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endParaRPr lang="en-US" altLang="ko-KR" sz="2400" dirty="0" smtClean="0"/>
          </a:p>
          <a:p>
            <a:r>
              <a:rPr lang="en-US" altLang="ko-KR" sz="2400" dirty="0" smtClean="0"/>
              <a:t>5. </a:t>
            </a:r>
            <a:r>
              <a:rPr lang="ko-KR" altLang="en-US" sz="2400" dirty="0" smtClean="0"/>
              <a:t>라이브러리 디렉터리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endParaRPr lang="en-US" altLang="ko-KR" sz="2400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444" y="2342606"/>
            <a:ext cx="4056556" cy="276061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298" y="3622569"/>
            <a:ext cx="2543530" cy="86689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298" y="5103224"/>
            <a:ext cx="2667372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72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비쥬얼</a:t>
            </a:r>
            <a:r>
              <a:rPr lang="ko-KR" altLang="en-US" dirty="0" smtClean="0"/>
              <a:t> 스튜디오 세팅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18130"/>
            <a:ext cx="8229600" cy="4525963"/>
          </a:xfrm>
        </p:spPr>
        <p:txBody>
          <a:bodyPr/>
          <a:lstStyle/>
          <a:p>
            <a:r>
              <a:rPr lang="ko-KR" altLang="en-US" dirty="0"/>
              <a:t>프로젝트 속성 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1. </a:t>
            </a:r>
            <a:r>
              <a:rPr lang="ko-KR" altLang="en-US" sz="2400" dirty="0" smtClean="0"/>
              <a:t>프로젝트 </a:t>
            </a:r>
            <a:r>
              <a:rPr lang="ko-KR" altLang="en-US" sz="2400" dirty="0" err="1" smtClean="0"/>
              <a:t>우클릭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2. </a:t>
            </a:r>
            <a:r>
              <a:rPr lang="ko-KR" altLang="en-US" sz="2400" dirty="0" smtClean="0"/>
              <a:t>속성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3. </a:t>
            </a:r>
            <a:r>
              <a:rPr lang="ko-KR" altLang="en-US" sz="2400" dirty="0" err="1" smtClean="0"/>
              <a:t>링커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- </a:t>
            </a:r>
            <a:r>
              <a:rPr lang="ko-KR" altLang="en-US" sz="2400" dirty="0" smtClean="0"/>
              <a:t>일반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4. </a:t>
            </a:r>
            <a:r>
              <a:rPr lang="ko-KR" altLang="en-US" sz="1800" dirty="0" smtClean="0"/>
              <a:t>추가 라이브러리 디렉터리</a:t>
            </a:r>
            <a:r>
              <a:rPr lang="en-US" altLang="ko-KR" sz="1800" dirty="0" smtClean="0"/>
              <a:t>-</a:t>
            </a:r>
            <a:r>
              <a:rPr lang="ko-KR" altLang="en-US" sz="1800" dirty="0" smtClean="0"/>
              <a:t>편집</a:t>
            </a: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1800" dirty="0" smtClean="0"/>
              <a:t>   - Irvine 32 </a:t>
            </a:r>
            <a:r>
              <a:rPr lang="ko-KR" altLang="en-US" sz="1800" dirty="0" smtClean="0"/>
              <a:t>경로</a:t>
            </a:r>
            <a:r>
              <a:rPr lang="en-US" altLang="ko-KR" sz="1800" dirty="0"/>
              <a:t/>
            </a:r>
            <a:br>
              <a:rPr lang="en-US" altLang="ko-KR" sz="1800" dirty="0"/>
            </a:b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endParaRPr lang="en-US" altLang="ko-KR" sz="2400" dirty="0" smtClean="0"/>
          </a:p>
          <a:p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endParaRPr lang="en-US" altLang="ko-KR" sz="2400" dirty="0" smtClean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022" y="3618650"/>
            <a:ext cx="4567646" cy="294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8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비쥬얼</a:t>
            </a:r>
            <a:r>
              <a:rPr lang="ko-KR" altLang="en-US" dirty="0" smtClean="0"/>
              <a:t> 스튜디오 세팅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18130"/>
            <a:ext cx="8229600" cy="5239870"/>
          </a:xfrm>
        </p:spPr>
        <p:txBody>
          <a:bodyPr>
            <a:normAutofit/>
          </a:bodyPr>
          <a:lstStyle/>
          <a:p>
            <a:r>
              <a:rPr lang="ko-KR" altLang="en-US" dirty="0"/>
              <a:t>프로젝트 속성 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1. </a:t>
            </a:r>
            <a:r>
              <a:rPr lang="ko-KR" altLang="en-US" sz="2400" dirty="0" smtClean="0"/>
              <a:t>프로젝트 </a:t>
            </a:r>
            <a:r>
              <a:rPr lang="ko-KR" altLang="en-US" sz="2400" dirty="0" err="1" smtClean="0"/>
              <a:t>우클릭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2. </a:t>
            </a:r>
            <a:r>
              <a:rPr lang="ko-KR" altLang="en-US" sz="2400" dirty="0" smtClean="0"/>
              <a:t>속성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3. </a:t>
            </a:r>
            <a:r>
              <a:rPr lang="ko-KR" altLang="en-US" sz="2400" dirty="0" err="1" smtClean="0"/>
              <a:t>링커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4. </a:t>
            </a:r>
            <a:r>
              <a:rPr lang="ko-KR" altLang="en-US" sz="2400" dirty="0" smtClean="0"/>
              <a:t>입력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5. </a:t>
            </a:r>
            <a:r>
              <a:rPr lang="ko-KR" altLang="en-US" sz="1800" dirty="0" smtClean="0"/>
              <a:t>기본 라이브러리 무시 </a:t>
            </a:r>
            <a:r>
              <a:rPr lang="en-US" altLang="ko-KR" sz="1800" dirty="0" smtClean="0"/>
              <a:t>- </a:t>
            </a:r>
            <a:r>
              <a:rPr lang="ko-KR" altLang="en-US" sz="1800" dirty="0" smtClean="0"/>
              <a:t>아니요</a:t>
            </a:r>
            <a:r>
              <a:rPr lang="en-US" altLang="ko-KR" sz="1800" dirty="0"/>
              <a:t/>
            </a:r>
            <a:br>
              <a:rPr lang="en-US" altLang="ko-KR" sz="1800" dirty="0"/>
            </a:b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2400" dirty="0" smtClean="0"/>
              <a:t>6. </a:t>
            </a:r>
            <a:r>
              <a:rPr lang="ko-KR" altLang="en-US" sz="2400" dirty="0" smtClean="0"/>
              <a:t>추가 종속성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편집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    Irvine32.lib;kernel32.lib;</a:t>
            </a:r>
            <a:br>
              <a:rPr lang="en-US" altLang="ko-KR" sz="2400" dirty="0" smtClean="0"/>
            </a:br>
            <a:r>
              <a:rPr lang="en-US" altLang="ko-KR" sz="2400" dirty="0" smtClean="0"/>
              <a:t>    user32.lib</a:t>
            </a:r>
            <a:r>
              <a:rPr lang="en-US" altLang="ko-KR" sz="2400" dirty="0"/>
              <a:t>;%(</a:t>
            </a:r>
            <a:r>
              <a:rPr lang="en-US" altLang="ko-KR" sz="2400" dirty="0" err="1"/>
              <a:t>AdditionalDependencies</a:t>
            </a:r>
            <a:r>
              <a:rPr lang="en-US" altLang="ko-KR" sz="2400" dirty="0"/>
              <a:t>)</a:t>
            </a: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endParaRPr lang="en-US" altLang="ko-KR" sz="2400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355" y="2207621"/>
            <a:ext cx="4551701" cy="311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2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비쥬얼</a:t>
            </a:r>
            <a:r>
              <a:rPr lang="ko-KR" altLang="en-US" dirty="0" smtClean="0"/>
              <a:t> 스튜디오 세팅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속성 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1. </a:t>
            </a:r>
            <a:r>
              <a:rPr lang="ko-KR" altLang="en-US" sz="2400" dirty="0" smtClean="0"/>
              <a:t>프로젝트 </a:t>
            </a:r>
            <a:r>
              <a:rPr lang="ko-KR" altLang="en-US" sz="2400" dirty="0" err="1" smtClean="0"/>
              <a:t>우클릭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2. </a:t>
            </a:r>
            <a:r>
              <a:rPr lang="ko-KR" altLang="en-US" sz="2400" dirty="0" smtClean="0"/>
              <a:t>속성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3. MS Assembler - </a:t>
            </a:r>
            <a:r>
              <a:rPr lang="ko-KR" altLang="en-US" sz="2400" dirty="0" smtClean="0"/>
              <a:t>일반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4. Include Paths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5. Irvine32 </a:t>
            </a:r>
            <a:r>
              <a:rPr lang="ko-KR" altLang="en-US" sz="2400" dirty="0" smtClean="0"/>
              <a:t>폴더 경로 지정</a:t>
            </a:r>
            <a:endParaRPr lang="en-US" altLang="ko-KR" sz="2400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132" y="2294050"/>
            <a:ext cx="4694265" cy="321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7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DLL </a:t>
            </a:r>
            <a:r>
              <a:rPr lang="ko-KR" altLang="en-US" dirty="0" smtClean="0"/>
              <a:t>빌드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실행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1. </a:t>
            </a:r>
            <a:r>
              <a:rPr lang="ko-KR" altLang="en-US" sz="2400" dirty="0" smtClean="0"/>
              <a:t>상단 메뉴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2. </a:t>
            </a:r>
            <a:r>
              <a:rPr lang="ko-KR" altLang="en-US" sz="2400" dirty="0" smtClean="0"/>
              <a:t>빌드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솔루션 빌드</a:t>
            </a:r>
            <a:endParaRPr lang="en-US" altLang="ko-KR" sz="2400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17" y="3769267"/>
            <a:ext cx="7604173" cy="178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62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라이브러리 적용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Exe</a:t>
            </a:r>
            <a:r>
              <a:rPr lang="ko-KR" altLang="en-US" sz="2400" dirty="0" smtClean="0"/>
              <a:t> 프로젝트로 복귀</a:t>
            </a:r>
            <a:endParaRPr lang="en-US" altLang="ko-KR" sz="2400" dirty="0" smtClean="0"/>
          </a:p>
          <a:p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asm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파일들 </a:t>
            </a:r>
            <a:r>
              <a:rPr lang="ko-KR" altLang="en-US" sz="2400" dirty="0" err="1" smtClean="0"/>
              <a:t>우클릭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- </a:t>
            </a:r>
            <a:r>
              <a:rPr lang="ko-KR" altLang="en-US" sz="2400" dirty="0" smtClean="0"/>
              <a:t>프로젝트에서 제외</a:t>
            </a:r>
            <a:endParaRPr lang="en-US" altLang="ko-KR" sz="2400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110" y="3111637"/>
            <a:ext cx="4239217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7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비쥬얼</a:t>
            </a:r>
            <a:r>
              <a:rPr lang="ko-KR" altLang="en-US" dirty="0" smtClean="0"/>
              <a:t> 스튜디오 세팅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속성 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1. </a:t>
            </a:r>
            <a:r>
              <a:rPr lang="ko-KR" altLang="en-US" sz="2400" dirty="0" smtClean="0"/>
              <a:t>프로젝트 </a:t>
            </a:r>
            <a:r>
              <a:rPr lang="ko-KR" altLang="en-US" sz="2400" dirty="0" err="1" smtClean="0"/>
              <a:t>우클릭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2. </a:t>
            </a:r>
            <a:r>
              <a:rPr lang="ko-KR" altLang="en-US" sz="2400" dirty="0" smtClean="0"/>
              <a:t>속성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3. VC++ </a:t>
            </a:r>
            <a:r>
              <a:rPr lang="ko-KR" altLang="en-US" sz="2400" dirty="0" smtClean="0"/>
              <a:t>디렉터리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4. </a:t>
            </a:r>
            <a:r>
              <a:rPr lang="ko-KR" altLang="en-US" sz="2400" dirty="0" smtClean="0"/>
              <a:t>포함 디렉터리</a:t>
            </a:r>
            <a:r>
              <a:rPr lang="en-US" altLang="ko-KR" sz="2400" dirty="0" smtClean="0"/>
              <a:t>-</a:t>
            </a:r>
            <a:r>
              <a:rPr lang="ko-KR" altLang="en-US" sz="2400" dirty="0" smtClean="0"/>
              <a:t>편집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endParaRPr lang="en-US" altLang="ko-KR" sz="2400" dirty="0" smtClean="0"/>
          </a:p>
          <a:p>
            <a:r>
              <a:rPr lang="en-US" altLang="ko-KR" sz="2400" dirty="0" smtClean="0"/>
              <a:t>5. </a:t>
            </a:r>
            <a:r>
              <a:rPr lang="ko-KR" altLang="en-US" sz="1800" dirty="0" smtClean="0"/>
              <a:t>라이브러리 디렉터리</a:t>
            </a:r>
            <a:r>
              <a:rPr lang="en-US" altLang="ko-KR" sz="1800" dirty="0" smtClean="0"/>
              <a:t>-</a:t>
            </a:r>
            <a:r>
              <a:rPr lang="ko-KR" altLang="en-US" sz="1800" dirty="0" smtClean="0"/>
              <a:t>편집</a:t>
            </a:r>
            <a:r>
              <a:rPr lang="en-US" altLang="ko-KR" sz="2000" dirty="0" smtClean="0"/>
              <a:t/>
            </a:r>
            <a:br>
              <a:rPr lang="en-US" altLang="ko-KR" sz="2000" dirty="0" smtClean="0"/>
            </a:br>
            <a:endParaRPr lang="en-US" altLang="ko-KR" sz="2400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652" y="2741169"/>
            <a:ext cx="4983347" cy="338499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498" y="3615192"/>
            <a:ext cx="2249302" cy="890183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299" y="5149864"/>
            <a:ext cx="2325501" cy="48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962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비쥬얼</a:t>
            </a:r>
            <a:r>
              <a:rPr lang="ko-KR" altLang="en-US" dirty="0" smtClean="0"/>
              <a:t> 스튜디오 세팅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18130"/>
            <a:ext cx="8229600" cy="4525963"/>
          </a:xfrm>
        </p:spPr>
        <p:txBody>
          <a:bodyPr/>
          <a:lstStyle/>
          <a:p>
            <a:r>
              <a:rPr lang="ko-KR" altLang="en-US" dirty="0"/>
              <a:t>프로젝트 속성 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1. </a:t>
            </a:r>
            <a:r>
              <a:rPr lang="ko-KR" altLang="en-US" sz="2400" dirty="0" smtClean="0"/>
              <a:t>프로젝트 </a:t>
            </a:r>
            <a:r>
              <a:rPr lang="ko-KR" altLang="en-US" sz="2400" dirty="0" err="1" smtClean="0"/>
              <a:t>우클릭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2. </a:t>
            </a:r>
            <a:r>
              <a:rPr lang="ko-KR" altLang="en-US" sz="2400" dirty="0" smtClean="0"/>
              <a:t>속성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3. </a:t>
            </a:r>
            <a:r>
              <a:rPr lang="ko-KR" altLang="en-US" sz="2400" dirty="0" err="1" smtClean="0"/>
              <a:t>링커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- </a:t>
            </a:r>
            <a:r>
              <a:rPr lang="ko-KR" altLang="en-US" sz="2400" dirty="0" smtClean="0"/>
              <a:t>일반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4. </a:t>
            </a:r>
            <a:r>
              <a:rPr lang="ko-KR" altLang="en-US" sz="1800" dirty="0" smtClean="0"/>
              <a:t>추가 라이브러리 디렉터리</a:t>
            </a:r>
            <a:r>
              <a:rPr lang="en-US" altLang="ko-KR" sz="1800" dirty="0" smtClean="0"/>
              <a:t>-</a:t>
            </a:r>
            <a:r>
              <a:rPr lang="ko-KR" altLang="en-US" sz="1800" dirty="0" smtClean="0"/>
              <a:t>편집</a:t>
            </a: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1800" dirty="0" smtClean="0"/>
              <a:t>   </a:t>
            </a:r>
            <a:r>
              <a:rPr lang="en-US" altLang="ko-KR" sz="1800" dirty="0"/>
              <a:t>- </a:t>
            </a:r>
            <a:r>
              <a:rPr lang="en-US" altLang="ko-KR" sz="1800" dirty="0" smtClean="0"/>
              <a:t>AsmCryptoLib.lib</a:t>
            </a:r>
            <a:r>
              <a:rPr lang="ko-KR" altLang="en-US" sz="1800" dirty="0" smtClean="0"/>
              <a:t>가</a:t>
            </a: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1800" dirty="0" smtClean="0"/>
              <a:t>    </a:t>
            </a:r>
            <a:r>
              <a:rPr lang="ko-KR" altLang="en-US" sz="1800" dirty="0" smtClean="0"/>
              <a:t>들어있는 폴더 지정</a:t>
            </a:r>
            <a:r>
              <a:rPr lang="en-US" altLang="ko-KR" sz="1800" dirty="0"/>
              <a:t/>
            </a:r>
            <a:br>
              <a:rPr lang="en-US" altLang="ko-KR" sz="1800" dirty="0"/>
            </a:b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endParaRPr lang="en-US" altLang="ko-KR" sz="2400" dirty="0" smtClean="0"/>
          </a:p>
          <a:p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endParaRPr lang="en-US" altLang="ko-KR" sz="2400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497" y="3040287"/>
            <a:ext cx="4529257" cy="310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19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빌드</a:t>
            </a:r>
            <a:r>
              <a:rPr lang="en-US" altLang="ko-KR" dirty="0" smtClean="0"/>
              <a:t>&amp;</a:t>
            </a:r>
            <a:r>
              <a:rPr lang="ko-KR" altLang="en-US" dirty="0" smtClean="0"/>
              <a:t>디버그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실행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400" dirty="0" smtClean="0"/>
              <a:t>1. </a:t>
            </a:r>
            <a:r>
              <a:rPr lang="ko-KR" altLang="en-US" sz="2400" dirty="0" smtClean="0"/>
              <a:t>상단 메뉴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2. </a:t>
            </a:r>
            <a:r>
              <a:rPr lang="ko-KR" altLang="en-US" sz="2400" dirty="0" smtClean="0"/>
              <a:t>빌드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솔루션 빌드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 smtClean="0"/>
              <a:t>3. </a:t>
            </a:r>
            <a:r>
              <a:rPr lang="ko-KR" altLang="en-US" sz="2400" dirty="0" smtClean="0"/>
              <a:t>디버그 </a:t>
            </a:r>
            <a:r>
              <a:rPr lang="en-US" altLang="ko-KR" sz="2400" dirty="0" smtClean="0"/>
              <a:t>– </a:t>
            </a:r>
            <a:r>
              <a:rPr lang="ko-KR" altLang="en-US" sz="2400" dirty="0" smtClean="0"/>
              <a:t>디버깅 시작</a:t>
            </a:r>
            <a:endParaRPr lang="en-US" altLang="ko-KR" sz="2400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800" y="1933302"/>
            <a:ext cx="4584390" cy="317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47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w_Simple01">
  <a:themeElements>
    <a:clrScheme name="New_Simple01">
      <a:dk1>
        <a:sysClr val="windowText" lastClr="000000"/>
      </a:dk1>
      <a:lt1>
        <a:sysClr val="window" lastClr="FFFFFF"/>
      </a:lt1>
      <a:dk2>
        <a:srgbClr val="562B71"/>
      </a:dk2>
      <a:lt2>
        <a:srgbClr val="DFF0F7"/>
      </a:lt2>
      <a:accent1>
        <a:srgbClr val="6BA2DF"/>
      </a:accent1>
      <a:accent2>
        <a:srgbClr val="C0504D"/>
      </a:accent2>
      <a:accent3>
        <a:srgbClr val="9BBB59"/>
      </a:accent3>
      <a:accent4>
        <a:srgbClr val="8064A2"/>
      </a:accent4>
      <a:accent5>
        <a:srgbClr val="AA5E74"/>
      </a:accent5>
      <a:accent6>
        <a:srgbClr val="EF9031"/>
      </a:accent6>
      <a:hlink>
        <a:srgbClr val="FF0000"/>
      </a:hlink>
      <a:folHlink>
        <a:srgbClr val="92D050"/>
      </a:folHlink>
    </a:clrScheme>
    <a:fontScheme name="New_Simple01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ew_Simple01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hade val="100000"/>
                <a:satMod val="165000"/>
              </a:schemeClr>
            </a:gs>
            <a:gs pos="55000">
              <a:schemeClr val="phClr">
                <a:tint val="83000"/>
                <a:shade val="100000"/>
                <a:satMod val="155000"/>
              </a:schemeClr>
            </a:gs>
            <a:gs pos="100000">
              <a:schemeClr val="phClr">
                <a:shade val="85000"/>
                <a:satMod val="100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20040000"/>
            </a:lightRig>
          </a:scene3d>
          <a:sp3d contourW="12700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hueMod val="105000"/>
                <a:satMod val="250000"/>
              </a:schemeClr>
            </a:gs>
            <a:gs pos="100000">
              <a:schemeClr val="phClr">
                <a:tint val="95000"/>
                <a:shade val="100000"/>
                <a:satMod val="200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4000"/>
                <a:satMod val="200000"/>
              </a:schemeClr>
            </a:gs>
            <a:gs pos="100000">
              <a:schemeClr val="phClr">
                <a:shade val="70000"/>
                <a:satMod val="200000"/>
              </a:schemeClr>
            </a:gs>
          </a:gsLst>
          <a:path path="circle">
            <a:fillToRect l="40000" r="40000" b="6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TM10237555[[fn=심플 테마]]</Template>
  <TotalTime>90</TotalTime>
  <Words>243</Words>
  <Application>Microsoft Office PowerPoint</Application>
  <PresentationFormat>화면 슬라이드 쇼(4:3)</PresentationFormat>
  <Paragraphs>82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맑은 고딕</vt:lpstr>
      <vt:lpstr>Arial</vt:lpstr>
      <vt:lpstr>Tw Cen MT</vt:lpstr>
      <vt:lpstr>Wingdings 3</vt:lpstr>
      <vt:lpstr>New_Simple01</vt:lpstr>
      <vt:lpstr>Asm + C + Lib + DLL</vt:lpstr>
      <vt:lpstr>1. 어셈+C 프로그램 만들기</vt:lpstr>
      <vt:lpstr>코드 준비</vt:lpstr>
      <vt:lpstr>코드 준비</vt:lpstr>
      <vt:lpstr>코드 준비</vt:lpstr>
      <vt:lpstr>코드 준비</vt:lpstr>
      <vt:lpstr>코드 준비</vt:lpstr>
      <vt:lpstr>비쥬얼 스튜디오 세팅 </vt:lpstr>
      <vt:lpstr>비쥬얼 스튜디오 세팅 </vt:lpstr>
      <vt:lpstr>비쥬얼 스튜디오 세팅 </vt:lpstr>
      <vt:lpstr>비쥬얼 스튜디오 세팅 </vt:lpstr>
      <vt:lpstr>빌드&amp;디버그 </vt:lpstr>
      <vt:lpstr>2. Lib 만들기</vt:lpstr>
      <vt:lpstr>코드 준비</vt:lpstr>
      <vt:lpstr>비쥬얼 스튜디오 세팅 </vt:lpstr>
      <vt:lpstr>비쥬얼 스튜디오 세팅 </vt:lpstr>
      <vt:lpstr>비쥬얼 스튜디오 세팅 </vt:lpstr>
      <vt:lpstr>비쥬얼 스튜디오 세팅 </vt:lpstr>
      <vt:lpstr>Lib 빌드 </vt:lpstr>
      <vt:lpstr>3. DLL 만들기</vt:lpstr>
      <vt:lpstr>코드 준비</vt:lpstr>
      <vt:lpstr>코드 준비</vt:lpstr>
      <vt:lpstr>비쥬얼 스튜디오 세팅 </vt:lpstr>
      <vt:lpstr>비쥬얼 스튜디오 세팅 </vt:lpstr>
      <vt:lpstr>비쥬얼 스튜디오 세팅 </vt:lpstr>
      <vt:lpstr>비쥬얼 스튜디오 세팅 </vt:lpstr>
      <vt:lpstr>DLL 빌드 </vt:lpstr>
      <vt:lpstr>4. 라이브러리 적용</vt:lpstr>
      <vt:lpstr>비쥬얼 스튜디오 세팅 </vt:lpstr>
      <vt:lpstr>비쥬얼 스튜디오 세팅 </vt:lpstr>
      <vt:lpstr>빌드&amp;디버그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Asm + C + Lib + DLL</dc:title>
  <dc:creator>hyunsu jung</dc:creator>
  <cp:lastModifiedBy>hyunsu jung</cp:lastModifiedBy>
  <cp:revision>17</cp:revision>
  <dcterms:created xsi:type="dcterms:W3CDTF">2025-12-10T16:02:29Z</dcterms:created>
  <dcterms:modified xsi:type="dcterms:W3CDTF">2025-12-10T17:32:29Z</dcterms:modified>
</cp:coreProperties>
</file>